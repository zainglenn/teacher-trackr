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73152" cy="17373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HOD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9A02C"/>
                </a:solidFill>
              </a:rPr>
              <a:t>English Middle &amp; High School  ·  Grades 5–9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BB"/>
                </a:solidFill>
              </a:rPr>
              <a:t>Dubai Schools Al Khawaneej  ·  Academic Year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Zain Glenn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02C"/>
                </a:solidFill>
              </a:rPr>
              <a:t>What I am here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i="1">
                <a:solidFill>
                  <a:srgbClr val="1A1A2E"/>
                </a:solidFill>
              </a:rPr>
              <a:t>“A cohesive, standards-driven English department
where every student is challenged by a well-sequenced curriculum,
every teacher is growing professionally,
and every decision is grounded in evidence — not assumption.”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17720"/>
            <a:ext cx="3474720" cy="173736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365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Listen before leading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0235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Understand the department before changing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7" y="4617720"/>
            <a:ext cx="3474720" cy="173736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7" y="47365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Audit before acting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7" y="510235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Know the gaps before designing solutions.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4" y="4617720"/>
            <a:ext cx="3474720" cy="173736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4" y="47365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Systems over heroics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4" y="510235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Make excellent practice the default, not the exception.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47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Zain Glenn  ·  HOD Interview 2026–2027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Dubai Schools Al Khawaneej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Strategic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02C"/>
                </a:solidFill>
              </a:rPr>
              <a:t>Academic Year 2026–2027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697480" cy="443484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697480" cy="54864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54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02C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659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Curriculum
Coherence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7889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Every class across all five year groups has a complete, standards-aligned unit plan reviewed and approved before teaching begins.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697480" cy="443484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697480" cy="54864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554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02C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9659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Differentiated
Teacher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7889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Coaching calibrated to where each teacher is — not a one-size programme. Experienced teachers get leadership; developing teachers get 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2697480" cy="443484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2697480" cy="54864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554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02C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9659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Data-Informed
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7889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Standards coverage, attainment, and plan quality tracked across all year groups throughout the year. Evidence — not end-of-year reports — drives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417320"/>
            <a:ext cx="2697480" cy="443484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417320"/>
            <a:ext cx="2697480" cy="54864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554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02C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19659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Grade 9
Transition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7889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Students leaving Grade 9 are prepared for upper secondary English. Planning and assessment at this level must reflect that expectation explicitly.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47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Zain Glenn  ·  HOD Interview 2026–2027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Dubai Schools Al Khawaneej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Term 1 — Establish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02C"/>
                </a:solidFill>
              </a:rPr>
              <a:t>24 Aug – 6 Dec 2026  ·  13 weeks  ·  2 units per teacher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697480" cy="50292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6974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Weeks 1–2
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Meet every teacher individually — listen before setting direction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Audit previous year’s plans: standards coverage, essential question quality, assessment alignment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Begin informal classroom visits before formal observations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417320"/>
            <a:ext cx="2697480" cy="50292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417320"/>
            <a:ext cx="26974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50876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Rolling
Unit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24028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Teachers submit each unit plan before teaching it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HOD reviews: essential question, standard-to-task alignment, sequencing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Approve, revise, or reject — every decision written and documented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No unit taught without an approved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417320"/>
            <a:ext cx="2697480" cy="50292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417320"/>
            <a:ext cx="26974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0876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Observation
Round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24028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Formal observation of every teacher — at least once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Focus: does the classroom match the approved plan?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Post-observation conversation within 48 hours — specific, not general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417320"/>
            <a:ext cx="2697480" cy="50292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417320"/>
            <a:ext cx="269748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50876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End of Term
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24028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Standards coverage check across all five year groups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Flag gaps to individual teachers in coaching conversations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</a:rPr>
              <a:t>·  One-page summary to SLT: coverage position and PD focus for T2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47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Zain Glenn  ·  HOD Interview 2026–2027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Dubai Schools Al Khawaneej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Terms 2 &amp; 3 — Develop &amp; Consolidate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02C"/>
                </a:solidFill>
              </a:rPr>
              <a:t>Term 2: 4 Jan – 14 Mar 2027  ·  Term 3: 29 Mar – 2 Jul 2027  ·  2 units per teacher per 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40680" cy="50292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4068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Term 2 — 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Rolling unit reviews continue — each unit approved before teaching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Gather attainment data for standards taught in T1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Identify patterns across classes in the same year group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PLT session: assessment design — how does the task generate evidence?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Observation Round 2 — compare against T1 baseline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Mid-year standards coverage report to SLT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440680" cy="50292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544068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Term 3 — Consolidate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Rolling unit reviews continue through to final units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Standards completion push — every year group targets ≥85% coverage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Grade 9 transition review: analytical writing, reading, inquiry readiness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Individual development reviews with every teacher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Curriculum audit for 2027–2028: which standards were consistently undertaught?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</a:rPr>
              <a:t>→  End-of-year report to SLT: outcomes, gaps, recommendations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47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Zain Glenn  ·  HOD Interview 2026–2027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Dubai Schools Al Khawaneej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Curriculum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02C"/>
                </a:solidFill>
              </a:rPr>
              <a:t>Built for DSK — live at curriculum-tracker-five.vercel.app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A web-based curriculum tracker I built specifically for this school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574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>
                <a:solidFill>
                  <a:srgbClr val="1A1A2E"/>
                </a:solidFill>
              </a:rPr>
              <a:t>→  Real-time standards coverage heatmap across all classes and year groups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1A2E"/>
                </a:solidFill>
              </a:rPr>
              <a:t>→  Unit plan submission &amp; HOD approval workflow — every decision written and time-stamped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1A2E"/>
                </a:solidFill>
              </a:rPr>
              <a:t>→  HOD feedback recorded against each unit plan — approve, revise, or reject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1A2E"/>
                </a:solidFill>
              </a:rPr>
              <a:t>→  AI-assisted standard suggestion and gap-filling for teachers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1A1A2E"/>
                </a:solidFill>
              </a:rPr>
              <a:t>→  Live with Grade 6 ELA (41 standards) — ready to scale to all five year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2120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8899"/>
                </a:solidFill>
              </a:rPr>
              <a:t>Building it required designing every HOD workflow in this plan—the review cycle, the feedback loop, the coverage audit—and making each one concrete and repeatable.</a:t>
            </a:r>
          </a:p>
        </p:txBody>
      </p:sp>
      <p:pic>
        <p:nvPicPr>
          <p:cNvPr id="9" name="Picture 8" descr="saved-standard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594360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06440" y="384048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99"/>
                </a:solidFill>
              </a:rPr>
              <a:t>NYSED Grade 6 ELA — 41 standards mapped by strand</a:t>
            </a:r>
          </a:p>
        </p:txBody>
      </p:sp>
      <p:pic>
        <p:nvPicPr>
          <p:cNvPr id="11" name="Picture 10" descr="ai-preview-128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160520"/>
            <a:ext cx="594360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6440" y="619963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99"/>
                </a:solidFill>
              </a:rPr>
              <a:t>AI-generated standard set — reviewed and confirmed before saving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47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Zain Glenn  ·  HOD Interview 2026–2027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47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Dubai Schools Al Khawaneej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